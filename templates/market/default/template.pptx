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BBCC"/>
                </a:solidFill>
                <a:latin typeface="Microsoft YaHei"/>
              </a:defRPr>
            </a:pPr>
            <a:r>
              <a:t>__SUBTITLE__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__DATE__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oc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  <a:latin typeface="Microsoft YaHei"/>
              </a:defRPr>
            </a:pPr>
            <a:r>
              <a:t>__ITEMS__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tle_content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__CONTENT__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_column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__LEFT__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18288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__RIGHT__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rt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__DESC__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__CHART__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sing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CC"/>
                </a:solidFill>
                <a:latin typeface="Microsoft YaHei"/>
              </a:defRPr>
            </a:pPr>
            <a:r>
              <a:t>__SUBTITLE__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able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__DESC__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__TABLE__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meline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515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__TIMELINE__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mage_content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__IMAGE__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Microsoft YaHei"/>
              </a:defRPr>
            </a:pPr>
            <a:r>
              <a:t>__CONTENT__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quote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__QUOTE__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  <a:latin typeface="Microsoft YaHei"/>
              </a:defRPr>
            </a:pPr>
            <a:r>
              <a:t>__AUTHOR__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eam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__TEAM__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ta_highlight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B82F6"/>
                </a:solidFill>
                <a:latin typeface="Microsoft YaHei"/>
              </a:defRPr>
            </a:pPr>
            <a:r>
              <a:t>__BIG_NUMBER__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F2937"/>
                </a:solidFill>
                <a:latin typeface="Microsoft YaHei"/>
              </a:defRPr>
            </a:pPr>
            <a:r>
              <a:t>__LABEL__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cess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F3A"/>
                </a:solidFill>
                <a:latin typeface="Microsoft YaHei"/>
              </a:defRPr>
            </a:pPr>
            <a:r>
              <a:t>__TITLE__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__PROCESS__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